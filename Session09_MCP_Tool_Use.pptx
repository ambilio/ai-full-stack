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 to Session 9. Session 8 shipped ClaimAssist v3: clause-level RAG with citations and a multimodal intake endpoint. Today v4 crosses the most consequential line in the course: from a system that answers to a system that acts. Three pieces arrive: an MCP server exposing lookup_claim, search_policy and draft_customer_email as machine-readable contracts; an agent loop that hands those tools to a model and executes the tool calls it returns, capped at five iterations; and a human confirmation gate on the one tool that prepares a write action. State the honesty point early: the local 0.5B model cannot reliably emit tool_calls, so the local path routes tools deterministically — that is a model capability boundary, not an MCP limitation, and the lab demonstrates both paths against the identical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agenda. Theory covers why the product needs tools, the function-calling mechanics and the runaway guard, what MCP standardizes and the M-by-N argument, stdio versus remote transports, and a walkthrough of the three lab files: server.py, loop.py and local_router.py. The lab upgrades ClaimAssist v3 to v4: inspect the published tool schemas, trace the rule-routed agent on two questions, exercise the draft-email confirmation flow, optionally switch to a cloud model that chooses tools itself, and close with the safety discussion. Protect time for Step 3 — the confirmation flow is the design pattern participants must carry into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continuing-product slide. v3 (Session 8): Streamlit with citations, the API with RAG-grounded /ask and /intake, LiteLLM, the local model. v4 adds exactly two NEW pieces plus one NEW surface: the MCP server — spawned by the API as a child process over stdio, exposing the three tools — and the /agent endpoint driven by either the deterministic router (local) or the LLM loop (cloud); the UI gains an Agent tab that renders the tool trace and the Confirm button. Emphasise the unchanged parts: same data, same ports, same proxy; search_policy simply wraps the Session 8 Chroma index behind a tool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tool-use in the product before any protocol. Case one: 'Where is my claim?' — the answer lives in a system of record that changes daily; no document index can serve it. lookup_claim reads the live record. Case two: 'Which clause applies?' — Session 8's retrieval becomes a tool the agent invokes when the question warrants it, rather than a pipeline stage that runs on every request. Case three: 'Send the customer an update' — the first request whose fulfilment has a consequence outside the chat window; the tool drafts from a template, never sends, and requires a human's confirmation. The closing line frames the session: reading systems and preparing actions is what separates v4 from v3 — and why safety design enters the product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five-stage contract that every tool-using agent implements. One: the application declares tools — each a name, a description and a JSON Schema for parameters — inside the chat request. Two: the model, if it decides a tool is needed, returns a tool_calls message: the tool's name plus arguments as a JSON string. Stress the wire format on the left: content is null, and arguments is a string of JSON the model generated — parse and validate it, never trust it blindly. Three: the application executes — the model has no execution capability of any kind. Four: each result is appended as a role-tool message tied to the call id. Five: the loop resubmits until the model answers in plain text. The right card carries the three facts to internalize.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sequence left to right, then down. The user posts a question to /agent. The agent loop — the host application, which is also the MCP client — sends the conversation plus the tools array to the LLM through LiteLLM. The model returns tool_calls. For each call the loop invokes the MCP server over JSON-RPC on stdio and receives a structured result, which is appended to the conversation as a role-tool message; the loop then resubmits. When the model finally answers in plain text, that answer returns to the user together with the tool_trace — every answer arrives with its evidence. The bottom bar carries the composition point: function calling standardizes app-to-model; MCP standardizes app-to-tool-server; the agent loop is the adapter between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the protocol stops a model from requesting tools forever. The canonical spiral: the model emits malformed arguments, the tool returns an error dict, the model retries with the same arguments, the same error returns — and each round trip costs a full model call in latency and tokens, and on a paid API, money. The guard is deliberately crude and deliberately hard: a for-loop bounded at five iterations, and an honest failure message that surrenders the partial trace instead of pretending success. In production this generalises to budgets — iteration, token and cost ceilings per request and per tenant, enforced at the gateway. The code on the right is verbatim from agent/loop.py.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first. Host: the application embedding the model — Claude Desktop, an IDE, or our ClaimAssist API. Client: the protocol endpoint the host runs, one per server connection — in the lab, mcp.ClientSession inside the agent code. Server: the process exposing capabilities — mcp_server/server.py. Three primitives travel over the wire: tools (model-invocable functions — today's whole lab), resources (data the host can attach as context) and prompts (reusable parameterised templates). The transport is JSON-RPC 2.0, and everything is discovered at runtime: list_tools returns names, descriptions and schemas, so the client learns capabilities from the running server rather than from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 argument for MCP. Left: without a standard, every host that wants every tool writes a bespoke adapter — M hosts times N tools equals M-by-N integrations, each with its own auth, schema conventions and failure modes; the diagram's twelve crossing lines are twelve codebases to maintain. Right: with a protocol in the middle, each host implements one client and each tool ships one server — M plus N implementations, and any new server is immediately usable by every conformant host. This is the same standardization argument as the OpenAI protocol in Session 6 and LiteLLM in Session 7, now applied to tools; deliverable 4 asks participants to restate it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an MCP client reaches a server, same protocol on both. stdio — today's lab: the host spawns the server as a child process and speaks JSON-RPC over stdin/stdout. No port, no TLS, no network exposure; the server inherits the host's filesystem and lifetime. That is why docker-compose.yml has no mcp service — a deliberate design feature to point out, not a shortcut. Remote — Streamable HTTP (with SSE as the earlier generation): the server is its own service with a URL, fronted by TLS and OAuth, shared by many hosts, scaled and monitored independently. The mapping table at the end of the deck returns to this: the lab's stdio server maps to a remote MCP service in production, with the tool code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actual lab file, abbreviated. FastMCP converts the decorated function into everything an MCP client sees: the docstring becomes the tool description and the type hints become the parameters' JSON Schema. Read the docstring as what it is — a prompt: the model chooses tools by reading these descriptions, so a vague description produces bad tool choices; write tool docs for the model, not only for humans. Second design point: an unknown claim id returns an error dict carrying known_claim_ids rather than raising — a structured error is something the model can read and recover from within the loop, an exception is not. Step 1 of the lab prints exactly what this code publishes.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write-adjacent tool, and the pattern that governs it. Three properties to teach. Deterministic: the draft comes from a fixed template — no LLM call inside the tool — so it is predictable, testable and auditable; the model decides, the tool does. Inert by construction: the tool has no access to any mail system; sending is a separate, human-owned step outside this system entirely. Gated: with confirm=False — the only value a model's request can effectively produce, because the loop overwrites the flag — the result carries requires_confirmation: true and the UI renders a Confirm button instead of treating the draft as done. The application supplies confirm=True only after an explicit human click. Lab Step 3 exercises this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Cloud-path badge because this file only runs for real behind a function-calling-capable model — but the code is core theory either way. Three things to walk. StdioServerParameters: the MCP server is a subprocess of this process — the stdio transport made concrete. mcp_tools_to_openai: MCP already publishes name, description and JSON Schema per tool, so converting to the OpenAI function-calling format is a re-labelling, not a translation — one reason the two ecosystems compose so cleanly; this one function is the whole bridge. The _chat call: an ordinary /chat/completions request through LiteLLM with the tools array and tool_choice auto attached — the same proxy from Session 7, now carrying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body, abbreviated from the real file. Follow the shape: open the stdio client session, initialize, list the tools, build the conversation, then at most five passes. Each pass calls the model; no tool_calls means a plain-text answer and the function returns it with the trace. Otherwise the assistant turn is echoed back into the conversation — required by the protocol — and every tool call is executed via session.call_tool, appended to the trace for the UI, and returned to the model as a role-tool message keyed by tool_call_id. The single most important line: for draft_customer_email, args['confirm'] is overwritten with the value the human supplied to POST /agent — the model can request a draft, it can never approve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slide. Reliable function calling is a trained model capability, not a protocol feature: gpt-4o-mini and Claude emit well-formed tool_calls because they were explicitly trained to; Qwen2.5-0.5B — the offline CPU model this course runs — was not, and handed a tools array it typically produces malformed JSON, hallucinated tool names, or prose that ignores the tools. That is a capability boundary of the small model, not a limitation of MCP: server, contracts and trace are identical on both paths. The router therefore splits the work by capability: tool choice by inspectable rules, tool execution through the same MCP client session as loop.py, and phrasing by one final LLM call — the thing a 0.5B model can do. Swap in a capable model, set AGENT_MODE=llm, and loop.py replaces this file with no other change. Shipping this split, and saying so, is capability-aware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safety doctrine, each guard pointing at where it lives in today's code. Read/write split: classify every tool before wiring it to a model — reads run freely, anything that could leave the system is gated; ClaimAssist has two reads and one gated write-adjacent tool. Human-in-the-loop: the confirm flag comes from the application after a human click, and the loop overwrites whatever the model requested — a model must never approve its own write. Allowlist: the MCP tool list is the allowlist; the server exposes exactly three tools and the agent can call nothing else — no eval, no shell, no open-ended HTTP. Audit: every /agent run emits a one-line JSON record — mode, tools used, duration — extending the Session 4 audit-log discipline; Session 10 upgrades it to full tracing.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pairs as previous sessions, session9_lab handout. The pack is standalone — model server, LiteLLM, API, UI and data from earlier sessions are all included; same app, same data, same ports. Everything except Step 4 runs offline. Timings: Step 0 ten minutes (the ingest must run before the stack), Step 1 eight, Step 2 twelve, Step 3 ten, Step 4 ten (optional, needs one cloud key), Step 5 five, Step 6 two. Arrange for at least one pair per room to run the cloud path and share their trace comparison during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before commands. docker compose runs model (8090), litellm (4000) and api (8000); Streamlit runs on the host at 8501 with the new Agent tab. The API's /agent endpoint, in either mode, spawns the MCP server as a child process and speaks JSON-RPC over stdin/stdout — which is why there is no mcp service in docker-compose.yml: no port, no network exposure; that is a feature to point out, not a shortcut. The MCP server reads data/claims.json and the Session 8 Chroma index under rag/. LiteLLM serves answer phrasing in router mode and tool_calls in llm mode, with cloud models as the optional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orderings matter. First, rag/ingest.py must run BEFORE the stack: docker-compose mounts ./rag — with the index — into the API container, so an index built afterwards is not seen. The ingest builds the clause-level Chroma index that backs the search_policy tool; expect the 'Ingested NN clauses' line. Second, the first search_policy call downloads Chroma's small default embedding model, roughly 80 MB, once — allow it a minute in Step 2. Then compose up; the first run downloads about a gigabyte of model weights, so start it and let it work. Docker Desktop must be running with roughly 6 GB of free RAM; on macOS watch is optional and nothing in the lab requires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 agent runs, print what the server actually publishes. scripts/list_tools.py opens a stdio session and prints every tool's name, docstring-derived description and JSON Schema — three tools, typed parameters. Have participants find their own type hints in the output: claim_id: str and confirm: bool = False became JSON Schema; the docstring became the description the model will read. Say the sentence on the slide out loud: this is the whole contract; nothing else is shared between client and server. The optional Inspector (Node 18+) gives the same view in a web UI and lets them call lookup_claim with CLM-1001 by hand — the same JSON-RPC exchange the agent automates in 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.env ships with AGENT_MODE=router — deterministic tool choice, one final LLM call for phrasing, because Qwen-0.5B cannot reliably emit tool_calls; point participants to the local_router.py docstring for the full argument. Question one is single-tool: the trace shows exactly one step, lookup_claim for CLM-1005, and the answer reports Received with document verification in progress. Question two is multi-tool: two trace steps — lookup_claim for CLM-1003, then search_policy — and an answer citing clause M-2.3, licence validity. Both JSON outputs are deliverables. Then the same through the UI: the Agent tab renders the trace as numbered steps — every agent answer arrives with its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confirmation flow, end to end in the Agent tab. Ask for a status email for CLM-1002. First: the trace shows lookup_claim, then draft_customer_email with tone professional and confirm=False. Second: the result carries requires_confirmation: true, so the UI renders the draft with a Confirm draft button instead of treating it as done. Third: the click re-calls /agent with confirm: true and the trace now shows the approved draft, confirmed: true. Then the three design points with pairs: the tool is templated and deterministic — no LLM inside it, so the draft is predictable and auditable, and it never sends anything; the confirm flag is injected by the application from the human's click and overrides whatever the model put there — a model must never approve its own write action; and reads need no confirmation while anything that could leave the system does — classify tools read versus write before wiring them to a model. Deliverable 3 is the pair of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optional step, one cloud key required — everything else in the lab runs offline. Four moves: uncomment gpt-4o-mini in litellm/config.yaml and set OPENAI_API_KEY in .env (any function-calling-capable provider works — the other commented entries show Azure, Bedrock, Vertex); set AGENT_MODE=llm and LLM_MODEL=gpt-4o-mini; force-recreate litellm and api; re-ask both Step 2 questions. Now agent/loop.py runs for real: the tools array goes to the model, the model returns tool_calls, the loop executes them over MCP and feeds back role-tool messages until the model answers in text, capped at five iterations. The trace comparison is the deliverable: the rule-routed trace is fixed by the regexes; the model-chosen trace may order tools differently, re-query search_policy with a better phrase, or skip a lookup it does not need. Close with the sentence on the slide: same MCP server, same contract — only the chooser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walks the guard table: every safety idea from the theory block exists concretely in the pack — the tool list as allowlist, the read/write split, the confirmation pattern with the human-supplied flag, MAX_ITERATIONS as the runaway and spend guard, and the one-line JSON audit record per /agent run visible in docker compose logs api. Then the two open threats to discuss: tool results are untrusted input to the model — a malicious document retrieved by search_policy could carry 'ignore your instructions', injection via tool results; and oversized tool results can blow the context window — summarise or truncate at the boundary. Step 6: compose down, deactivate, keep the folder — Session 10 completes ClaimAssist on this same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table, straight from the README. stdio child process becomes a remote MCP server over Streamable HTTP or SSE — its own service behind TLS and OAuth, one server shared by many hosts. The rule router is replaced, not rewritten: a function-calling-capable model runs agent/loop.py unchanged. The Confirm button grows into approval workflows — queues, role-based approvers, audit-logged sign-off before any write executes. The print-line audit record becomes traced tool calls in an observability platform, Langfuse in Session 10, with retention policy. Three tools on one server become tool registries and per-agent, per-environment allowlists reviewed like code. And MAX_ITERATIONS generalises to iteration, token and cost budgets per request and per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items, from the README. One: the tool-schema listing from Step 1 — proof they saw the contract before any agent used it. Two: both Step 2 traces — CLM-1005 single-tool and CLM-1003 multi-tool — plus, for pairs that ran Step 4, the same questions in llm mode for comparison. Three: the confirmed-email screenshots — the draft carrying requires_confirmation, then the approved draft after the button. Four is the judgement question: MCP versus bespoke tool integration — what does the standard buy? A sound answer references the M-by-N argument, the schema printed in Step 1, and one thing that did not change between router mode and llm mode: the server, the contract, the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pitfalls, each traceable to something exercised today. Vague tool descriptions: the description is the prompt the model chooses by — a lazy docstring produces wrong tool choices; Step 1 printed exactly what the model reads. No iteration cap: an agent loop without a ceiling is an unbounded spend and latency liability — MAX_ITERATIONS is five lines that prevent it. Unconfirmed write actions: any tool whose effect leaves the system needs a human gate; the confirm flag must come from the application, never the model. Trusting tool results blindly: retrieved content is untrusted input — a poisoned document can carry instructions; treat results as data, not directives. Oversized results: a tool that returns 200 KB of JSON evicts the conversation from context — truncate or summarise at the boundary, as result_text and summarise do. Untraced loops: without a per-call trace there is no debugging and no audit — the tool_trace is the difference between an agent and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five capabilities: tools published as machine-readable contracts over MCP, a bounded agent loop that executes model-chosen tool calls, capability-aware design that routes deterministically where the deployed model cannot function-call, a human gate on every write action, and an audit trail behind every answer. Remind pairs to retain session9_lab: Session 10 — LLMOps and Responsible AI — completes ClaimAssist v5 on this same stack with versioned prompts, Langfuse tracing and boundary guardrails, and the capstone follows directly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937760" cy="493776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023360" cy="402336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FULL-STACK &amp; DEPLOYMENT ENGINEER · TRACK 2.B · SESSION 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2286000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Single-Agent Tool-Use with MCP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ClaimAssist v4: the assistant stops merely answering and starts acting — an MCP server publishes three governed tools, a bounded agent loop lets a model call them, and a human confirms every write 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4343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&amp; tool_calls  ·  MCP server over stdio  ·  Agent loop with a 5-iteration guard  ·  Deterministic local router  ·  Human-in-the-loop confirmation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4983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runs entirely offline via the deterministic router; a cloud key unlocks model-chosen tool calls — same MCP server, same contract, only the chooser changes.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6035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· 2 hours · concepts 45 min + lab 60 min + review 15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 · AGENDA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agenda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8562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2286000" y="1883664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59" y="2014423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17520" y="16824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&amp; code walkthrough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017520" y="20299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answers to actions; function-calling mechanics, the loop and the runaway guard; what MCP standardizes and the M×N integration problem; stdio vs remote transports; server.py, loop.py and local_router.py from the lab; write-action safety.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29718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868680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2286000" y="3300984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759" y="3431743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17520" y="309981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— ClaimAssist v3 → v4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017520" y="344728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policy index and start the stack, print the tool schemas the model will read, trace the rule-routed agent on single- and multi-tool questions, confirm a drafted email in the UI, optionally run true function calling on a cloud model, then the safety discussion and cleanup.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438912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68680" y="4690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2286000" y="4718304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759" y="4849063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017520" y="45171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wrap-up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017520" y="486460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router-chosen and model-chosen traces, revisit the local-to-production mapping, and preview Session 10: LLMOps and Responsible AI — completing ClaimAssist.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ClaimAssist governed hands — tools published as machine-readable contracts over MCP, a bounded loop that uses them, and a human gate on every write action.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EVOLUTION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ClaimAssist v3 → v4: an MCP server and an agent loop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— Session 8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169164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6384" y="1801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chat  :8501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86384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confidence UI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191256" y="2121408"/>
            <a:ext cx="210312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438144" y="169164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584448" y="1801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ClaimAssist API  :8000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84448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RAG + citations · /intake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89320" y="2121408"/>
            <a:ext cx="210312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236208" y="169164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382512" y="1801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proxy  :4000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382512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retries · fallbacks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787384" y="2121408"/>
            <a:ext cx="210312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9034272" y="169164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9180576" y="18013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 :8090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9180576" y="2103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(CPU)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4008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— today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0080" y="3108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377440" y="32004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7" name="Text 23"/>
          <p:cNvSpPr/>
          <p:nvPr/>
        </p:nvSpPr>
        <p:spPr>
          <a:xfrm>
            <a:off x="2377440" y="32004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86384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 :8501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86384" y="34930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tab + Agent tab (NEW): numbered tool trace, Confirm button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191256" y="3611880"/>
            <a:ext cx="210312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438144" y="3108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175504" y="32004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3" name="Text 29"/>
          <p:cNvSpPr/>
          <p:nvPr/>
        </p:nvSpPr>
        <p:spPr>
          <a:xfrm>
            <a:off x="5175504" y="32004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3584448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ClaimAssist API  :8000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584448" y="34930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· /claims unchanged; /agent (NEW), AGENT_MODE = router | llm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989320" y="3611880"/>
            <a:ext cx="210312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236208" y="3108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6382512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proxy  :4000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6382512" y="34930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phrasing (router mode) or tool_calls (llm mode)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8787384" y="3611880"/>
            <a:ext cx="210312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9034272" y="310896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9180576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 :8090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9180576" y="34930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— phrasing only; cannot function-call reliably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9034272" y="4343400"/>
            <a:ext cx="2514600" cy="640080"/>
          </a:xfrm>
          <a:prstGeom prst="roundRect">
            <a:avLst>
              <a:gd name="adj" fmla="val 12857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9180576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models — tool_calls for real (CLOUD PATH · optional)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690872" y="4197096"/>
            <a:ext cx="0" cy="301752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47" name="Text 43"/>
          <p:cNvSpPr/>
          <p:nvPr/>
        </p:nvSpPr>
        <p:spPr>
          <a:xfrm>
            <a:off x="4846320" y="42062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(stdio)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2651760" y="452628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5989320" y="46177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0" name="Text 46"/>
          <p:cNvSpPr/>
          <p:nvPr/>
        </p:nvSpPr>
        <p:spPr>
          <a:xfrm>
            <a:off x="5989320" y="46177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2816352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— child process of the API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2816352" y="4910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lookup_claim · search_policy · draft_customer_email — backed by data/claims.json and the Session 8 Chroma index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54" name="Text 50"/>
          <p:cNvSpPr/>
          <p:nvPr/>
        </p:nvSpPr>
        <p:spPr>
          <a:xfrm>
            <a:off x="868680" y="58613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v4: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(or router) chooses tools; the MCP server executes them; the application owns what a model may never do alone — approving a write action.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answers to actions: why ClaimAssist needs tools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544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191383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is my claim?”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68680" y="246888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2130"/>
          </a:solidFill>
          <a:ln/>
        </p:spPr>
      </p:sp>
      <p:sp>
        <p:nvSpPr>
          <p:cNvPr id="13" name="Text 8"/>
          <p:cNvSpPr/>
          <p:nvPr/>
        </p:nvSpPr>
        <p:spPr>
          <a:xfrm>
            <a:off x="100584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lookup_claim(claim_id)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868680" y="29718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lives in a system of record, not a document. Claim status changes daily — RAG over policies can never serve it. The tool reads the live record: status, amounts, next step.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343400" y="15544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759" y="191383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clause applies?”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0" y="246888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2130"/>
          </a:solidFill>
          <a:ln/>
        </p:spPr>
      </p:sp>
      <p:sp>
        <p:nvSpPr>
          <p:cNvPr id="20" name="Text 14"/>
          <p:cNvSpPr/>
          <p:nvPr/>
        </p:nvSpPr>
        <p:spPr>
          <a:xfrm>
            <a:off x="47091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search_policy(query)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0" y="29718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8 Chroma index, now behind a tool contract. Retrieval becomes something the agent invokes when the question needs it — not a fixed stage that runs on every request.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046720" y="155448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079" y="1913839"/>
            <a:ext cx="241402" cy="24140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154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“Send the customer an update”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275320" y="2468880"/>
            <a:ext cx="3063240" cy="365760"/>
          </a:xfrm>
          <a:prstGeom prst="roundRect">
            <a:avLst>
              <a:gd name="adj" fmla="val 15000"/>
            </a:avLst>
          </a:prstGeom>
          <a:solidFill>
            <a:srgbClr val="1B2130"/>
          </a:solidFill>
          <a:ln/>
        </p:spPr>
      </p:sp>
      <p:sp>
        <p:nvSpPr>
          <p:cNvPr id="27" name="Text 20"/>
          <p:cNvSpPr/>
          <p:nvPr/>
        </p:nvSpPr>
        <p:spPr>
          <a:xfrm>
            <a:off x="841248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draft_customer_email(...)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8275320" y="297180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request with a consequence outside the chat. The tool drafts from a fixed template, never sends, and returns requires_confirmation — a human approves before anything moves.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0080" y="516636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could only read documents.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reads systems of record and prepares actions. Two of the three tools are reads and run freely; the third prepares a write — and everything about how we treat it differently is today's second theme.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mechanics: schemas out, tool_calls back, results in, repeat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600200"/>
            <a:ext cx="2121408" cy="1554480"/>
          </a:xfrm>
          <a:prstGeom prst="roundRect">
            <a:avLst>
              <a:gd name="adj" fmla="val 5294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68096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Declare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8096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tools[]: name + description + JSON Schema, sent with the request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79776" y="2377440"/>
            <a:ext cx="18288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980944" y="1600200"/>
            <a:ext cx="2121408" cy="1554480"/>
          </a:xfrm>
          <a:prstGeom prst="roundRect">
            <a:avLst>
              <a:gd name="adj" fmla="val 5294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108960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Model returns tool_calls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08960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arguments (a JSON string) — a structured request, not executed code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120640" y="2377440"/>
            <a:ext cx="18288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321808" y="1600200"/>
            <a:ext cx="2121408" cy="1554480"/>
          </a:xfrm>
          <a:prstGeom prst="roundRect">
            <a:avLst>
              <a:gd name="adj" fmla="val 529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449824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Application executes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49824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the tool; the model has no execution capability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461504" y="2377440"/>
            <a:ext cx="18288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7662672" y="1600200"/>
            <a:ext cx="2121408" cy="1554480"/>
          </a:xfrm>
          <a:prstGeom prst="roundRect">
            <a:avLst>
              <a:gd name="adj" fmla="val 5294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790688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Results appended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790688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becomes a role:"tool" message tied to its call id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9802368" y="2377440"/>
            <a:ext cx="18288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10003536" y="1600200"/>
            <a:ext cx="2121408" cy="1554480"/>
          </a:xfrm>
          <a:prstGeom prst="roundRect">
            <a:avLst>
              <a:gd name="adj" fmla="val 5294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10131552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Repeat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10131552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with results; plain text from the model ends the loop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40080" y="3520440"/>
            <a:ext cx="6309360" cy="1874520"/>
          </a:xfrm>
          <a:prstGeom prst="roundRect">
            <a:avLst>
              <a:gd name="adj" fmla="val 3902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841248" y="3630168"/>
            <a:ext cx="590702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"the model returns tool_calls" looks like on the wire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{"role": "assistant", "content": null,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"tool_calls": [{"id": "call_a1", "type": "function",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"function": {"name": "lookup_claim",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"arguments": "{\"claim_id\": \"CLM-1003\"}"}}]}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arguments is a STRING of model-generated JSON 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parse it, validate it, never execute it blindly.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7223760" y="3520440"/>
            <a:ext cx="4343400" cy="1874520"/>
          </a:xfrm>
          <a:prstGeom prst="roundRect">
            <a:avLst>
              <a:gd name="adj" fmla="val 439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452360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facts to internalize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452360" y="3950208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executes anything — it emits a request; the application decides and acts.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Emitting well-formed tool_calls is a trained capability of specific models, not a given.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prompts: the model chooses tools by reading them.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40080" y="562356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68680" y="56784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of labour: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proposes; the application disposes. Every safety property of an agent lives in that gap — and today's code keeps it explicit.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/agent request, end to end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" y="14630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UI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783080" y="2057400"/>
            <a:ext cx="0" cy="3657600"/>
          </a:xfrm>
          <a:prstGeom prst="line">
            <a:avLst/>
          </a:prstGeom>
          <a:noFill/>
          <a:ln w="15875">
            <a:solidFill>
              <a:srgbClr val="C9D3E6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3246120" y="146304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319272" y="14630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  (host + MCP client)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89120" y="2057400"/>
            <a:ext cx="0" cy="3657600"/>
          </a:xfrm>
          <a:prstGeom prst="line">
            <a:avLst/>
          </a:prstGeom>
          <a:noFill/>
          <a:ln w="15875">
            <a:solidFill>
              <a:srgbClr val="C9D3E6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446520" y="146304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19672" y="14630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 via LiteLLM :4000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589520" y="2057400"/>
            <a:ext cx="0" cy="3657600"/>
          </a:xfrm>
          <a:prstGeom prst="line">
            <a:avLst/>
          </a:prstGeom>
          <a:noFill/>
          <a:ln w="15875">
            <a:solidFill>
              <a:srgbClr val="C9D3E6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9281160" y="1463040"/>
            <a:ext cx="2286000" cy="548640"/>
          </a:xfrm>
          <a:prstGeom prst="roundRect">
            <a:avLst>
              <a:gd name="adj" fmla="val 150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354312" y="146304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 (child process)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0424160" y="2057400"/>
            <a:ext cx="0" cy="3657600"/>
          </a:xfrm>
          <a:prstGeom prst="line">
            <a:avLst/>
          </a:prstGeom>
          <a:noFill/>
          <a:ln w="15875">
            <a:solidFill>
              <a:srgbClr val="C9D3E6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1874520" y="2057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question — POST /agent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783080" y="2331720"/>
            <a:ext cx="2606040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448056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messages + tools[] (name, description, JSON Schema)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389120" y="2880360"/>
            <a:ext cx="3200400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4480560" y="3154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tool_calls: lookup_claim({"claim_id": "CLM-1003"})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589520" y="3429000"/>
            <a:ext cx="-320040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6" name="Text 22"/>
          <p:cNvSpPr/>
          <p:nvPr/>
        </p:nvSpPr>
        <p:spPr>
          <a:xfrm>
            <a:off x="4480560" y="37033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call_tool(name, args) — JSON-RPC over stdio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389120" y="3977640"/>
            <a:ext cx="6035040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4480560" y="42519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structured result (the claim record)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0424160" y="4526280"/>
            <a:ext cx="-6035040" cy="0"/>
          </a:xfrm>
          <a:prstGeom prst="line">
            <a:avLst/>
          </a:prstGeom>
          <a:noFill/>
          <a:ln w="31750">
            <a:solidFill>
              <a:srgbClr val="2C7A4B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3566160" y="48006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BF1E3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1188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result appended as role:"tool" — repeat 2-5 until plain text · MAX 5 iterations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1874520" y="54406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answer + tool_trace — every answer arrives with its evidence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389120" y="5715000"/>
            <a:ext cx="-2606040" cy="0"/>
          </a:xfrm>
          <a:prstGeom prst="line">
            <a:avLst/>
          </a:prstGeom>
          <a:noFill/>
          <a:ln w="31750">
            <a:solidFill>
              <a:srgbClr val="2C7A4B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640080" y="5989320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868680" y="602589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protocols compose: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standardizes app ↔ model; MCP standardizes app ↔ tool server. The agent loop is the adapter between them.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runaway problem — and the iteration guard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mode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68680" y="201168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protocol limits how many times a model may request tools.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spiral: malformed args → error result → retry → same error → …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trip is a full model call: latency, tokens — and on a paid API, spend.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97764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6868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 — and its production form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68680" y="44805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ceiling: for _ in range(MAX_ITERATIONS) — no exception can extend it.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exit: the ceiling message admits failure and surrenders the partial tool trace.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iteration + token + cost budgets per request and per tenant, enforced at the gateway.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50876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36208" y="1618488"/>
            <a:ext cx="5129784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agent/loop.py — verbatim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MAX_ITERATIONS = 5  # runaway guard: a hard ceiling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on model&lt;-&gt;tool round trips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range(MAX_ITERATIONS):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= await _chat(client, messages, tools)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tool_calls = msg.get("tool_calls") or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tool_calls:   # plain text -&gt; final answer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{"answer": ..., "tool_trace": trace}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# execute, append, loop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the loop — the honest failure: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9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"The agent hit the 5-iteration ceiling"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9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without producing a final answer."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09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 Partial work is in the tool trace.",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"tool_trace": trace,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MCP: what the protocol standardizes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41248" y="170992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2880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44752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41248" y="22128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embedding the LLM — Claude Desktop, an IDE, or the ClaimAssist API.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187952" y="2240280"/>
            <a:ext cx="128016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4343400" y="15087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44568" y="170992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48072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544568" y="22128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endpoint inside the host — one per server connection. In the lab: mcp.ClientSession.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891272" y="2240280"/>
            <a:ext cx="128016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046720" y="15087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47888" y="170992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828800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851392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247888" y="2212848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exposing capabilities — mcp_server/server.py, spawned over stdio.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008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41248" y="342900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54787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44752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841248" y="39319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MODEL can invoke — name, description, JSON Schema, result. Today's entire lab.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34340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544568" y="3429000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547872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48072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4544568" y="39319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HOST attaches as context — files, records, URIs. Read-oriented, host-controlled.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804672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8247888" y="3429000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3547872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851392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8247888" y="393192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parameterised prompt templates a server offers its hosts.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40080" y="49377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1" name="Text 31"/>
          <p:cNvSpPr/>
          <p:nvPr/>
        </p:nvSpPr>
        <p:spPr>
          <a:xfrm>
            <a:off x="868680" y="499262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wire: 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messages, capabilities discovered at runtime — list_tools returns every tool's name, description and schema. The client learns the contract from the running server, not from documentation.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3" name="Text 33"/>
          <p:cNvSpPr/>
          <p:nvPr/>
        </p:nvSpPr>
        <p:spPr>
          <a:xfrm>
            <a:off x="868680" y="58613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standardizes how applications reach tool servers. It does not choose tools, run loops or grant safety — those remain the host's job, which is why the agent loop and the confirm gate are our code.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M×N problem: what a standard buys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standard — M × 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960120" y="22402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3554"/>
          </a:solidFill>
          <a:ln/>
        </p:spPr>
      </p:sp>
      <p:sp>
        <p:nvSpPr>
          <p:cNvPr id="11" name="Text 7"/>
          <p:cNvSpPr/>
          <p:nvPr/>
        </p:nvSpPr>
        <p:spPr>
          <a:xfrm>
            <a:off x="96012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960120" y="320040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3554"/>
          </a:solidFill>
          <a:ln/>
        </p:spPr>
      </p:sp>
      <p:sp>
        <p:nvSpPr>
          <p:cNvPr id="13" name="Text 9"/>
          <p:cNvSpPr/>
          <p:nvPr/>
        </p:nvSpPr>
        <p:spPr>
          <a:xfrm>
            <a:off x="96012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B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60120" y="416052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3554"/>
          </a:solidFill>
          <a:ln/>
        </p:spPr>
      </p:sp>
      <p:sp>
        <p:nvSpPr>
          <p:cNvPr id="15" name="Text 11"/>
          <p:cNvSpPr/>
          <p:nvPr/>
        </p:nvSpPr>
        <p:spPr>
          <a:xfrm>
            <a:off x="96012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34840" y="20116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3484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1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434840" y="278892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34840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2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434840" y="3566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3484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3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434840" y="434340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4840" y="4343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4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194560" y="2468880"/>
            <a:ext cx="2240280" cy="-22860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194560" y="2468880"/>
            <a:ext cx="2240280" cy="54864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194560" y="2468880"/>
            <a:ext cx="2240280" cy="132588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194560" y="2468880"/>
            <a:ext cx="2240280" cy="210312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194560" y="3429000"/>
            <a:ext cx="2240280" cy="-118872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194560" y="3429000"/>
            <a:ext cx="2240280" cy="-41148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194560" y="3429000"/>
            <a:ext cx="2240280" cy="36576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194560" y="3429000"/>
            <a:ext cx="2240280" cy="114300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194560" y="4389120"/>
            <a:ext cx="2240280" cy="-214884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194560" y="4389120"/>
            <a:ext cx="2240280" cy="-137160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194560" y="4389120"/>
            <a:ext cx="2240280" cy="-59436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4560" y="4389120"/>
            <a:ext cx="2240280" cy="182880"/>
          </a:xfrm>
          <a:prstGeom prst="line">
            <a:avLst/>
          </a:prstGeom>
          <a:noFill/>
          <a:ln w="12700">
            <a:solidFill>
              <a:srgbClr val="D9A79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68680" y="50292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hosts × 4 tools = 12 bespoke adapters — each with its own auth, schemas and failure modes.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263640" y="150876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649224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MCP — M + N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6583680" y="22402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3554"/>
          </a:solidFill>
          <a:ln/>
        </p:spPr>
      </p:sp>
      <p:sp>
        <p:nvSpPr>
          <p:cNvPr id="40" name="Text 36"/>
          <p:cNvSpPr/>
          <p:nvPr/>
        </p:nvSpPr>
        <p:spPr>
          <a:xfrm>
            <a:off x="6583680" y="22402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818120" y="2468880"/>
            <a:ext cx="777240" cy="82296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583680" y="320040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3554"/>
          </a:solidFill>
          <a:ln/>
        </p:spPr>
      </p:sp>
      <p:sp>
        <p:nvSpPr>
          <p:cNvPr id="43" name="Text 39"/>
          <p:cNvSpPr/>
          <p:nvPr/>
        </p:nvSpPr>
        <p:spPr>
          <a:xfrm>
            <a:off x="6583680" y="3200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B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818120" y="3429000"/>
            <a:ext cx="777240" cy="-13716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583680" y="416052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3554"/>
          </a:solidFill>
          <a:ln/>
        </p:spPr>
      </p:sp>
      <p:sp>
        <p:nvSpPr>
          <p:cNvPr id="46" name="Text 42"/>
          <p:cNvSpPr/>
          <p:nvPr/>
        </p:nvSpPr>
        <p:spPr>
          <a:xfrm>
            <a:off x="658368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7818120" y="4389120"/>
            <a:ext cx="777240" cy="-109728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595360" y="2926080"/>
            <a:ext cx="685800" cy="731520"/>
          </a:xfrm>
          <a:prstGeom prst="roundRect">
            <a:avLst>
              <a:gd name="adj" fmla="val 9333"/>
            </a:avLst>
          </a:prstGeom>
          <a:solidFill>
            <a:srgbClr val="E8871E"/>
          </a:solidFill>
          <a:ln/>
        </p:spPr>
      </p:sp>
      <p:sp>
        <p:nvSpPr>
          <p:cNvPr id="49" name="Text 45"/>
          <p:cNvSpPr/>
          <p:nvPr/>
        </p:nvSpPr>
        <p:spPr>
          <a:xfrm>
            <a:off x="8595360" y="292608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10058400" y="201168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005840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1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9281160" y="3291840"/>
            <a:ext cx="777240" cy="-105156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058400" y="278892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058400" y="2788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2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9281160" y="3291840"/>
            <a:ext cx="777240" cy="-27432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0058400" y="35661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1005840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3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9281160" y="3291840"/>
            <a:ext cx="777240" cy="50292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058400" y="434340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10058400" y="4343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4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9281160" y="3291840"/>
            <a:ext cx="777240" cy="1280160"/>
          </a:xfrm>
          <a:prstGeom prst="line">
            <a:avLst/>
          </a:prstGeom>
          <a:noFill/>
          <a:ln w="15875">
            <a:solidFill>
              <a:srgbClr val="2C7A4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492240" y="50292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clients + 4 servers = 7 implementations. A new server is instantly usable by every conformant host.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64" name="Text 60"/>
          <p:cNvSpPr/>
          <p:nvPr/>
        </p:nvSpPr>
        <p:spPr>
          <a:xfrm>
            <a:off x="868680" y="58613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pattern: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protocol standardized app ↔ model (S6); LiteLLM normalized providers (S7); MCP standardizes app ↔ tools. Deliverable 4 asks you to make this argument yourself.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Transports: stdio today, Streamable HTTP in production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— today's lab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297680" y="16916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11" name="Text 7"/>
          <p:cNvSpPr/>
          <p:nvPr/>
        </p:nvSpPr>
        <p:spPr>
          <a:xfrm>
            <a:off x="4297680" y="1691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PATH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68680" y="21488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SPAWNS the server as a child process; JSON-RPC travels over stdin/stdout.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port, no TLS, no network exposure — the attack surface of a subprocess.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inherits the host's filesystem, environment and lifetime.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docker-compose.yml has no "mcp" service — a feature, not a shortcut.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68680" y="452628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1069848" y="4636008"/>
            <a:ext cx="4398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SERVER_PARAMS = StdioServerParameters(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command=sys.executable,  # python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args=["mcp_server/server.py"])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63640" y="150876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492240" y="1664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— Streamable HTTP / SSE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10058400" y="16916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0" y="16916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492240" y="214884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is its own SERVICE with a URL; many hosts share one server.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is the current remote transport; SSE was the earlier generation.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Fronted like any API: TLS, OAuth, rate limits, monitoring, independent scaling.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protocol, same tools, same schemas — only the pipe differs.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92240" y="4526280"/>
            <a:ext cx="4846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675120" y="45720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 of the tool code:  </a:t>
            </a:r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mcp.run(transport=…) changes; every @mcp.tool() stays as written.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68680" y="58613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transport is a deployment decision: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stdio for anything the host can own as a subprocess; graduate to a remote server when several applications need the same tools.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CODE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server.py — the docstring and the types ARE the contract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672084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572768"/>
            <a:ext cx="631850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mcp_server/server.py — abbreviated, but real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FastMCP("claimassist")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lookup_claim(claim_id: str) -&gt; dict: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 up an insurance claim by its claim id.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claim_id: The claim identifier, e.g.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"CLM-1003". Case-insensitive.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 the full claim record — customer, type,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status, filed/updated dates, claimed and approved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amounts (INR), next step and notes — or an error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dict if the claim id is unknown.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claims = _load_claims()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= claims.get(claim_id.strip().upper())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record is None: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{"error": f"Unknown claim_id '{claim_id}'.",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"known_claim_ids": sorted(claims)}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record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89520" y="1463040"/>
            <a:ext cx="3977640" cy="2834640"/>
          </a:xfrm>
          <a:prstGeom prst="roundRect">
            <a:avLst>
              <a:gd name="adj" fmla="val 290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81812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FastMCP publishes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818120" y="1938528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becomes the tool DESCRIPTION — the text the model reads when choosing tools. It is a prompt.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claim_id: str becomes JSON Schema: a required string parameter.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is shared between client and server — this is the whole contract.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589520" y="4480560"/>
            <a:ext cx="3977640" cy="1874520"/>
          </a:xfrm>
          <a:prstGeom prst="roundRect">
            <a:avLst>
              <a:gd name="adj" fmla="val 439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818120" y="4617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the model can use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18120" y="495604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id returns an error dict with known_claim_ids — data the model can read and recover from inside the loop. A raised exception gives it nothing to work with.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CODE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draft_customer_email: the requires_confirmation pattern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672084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572768"/>
            <a:ext cx="631850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mcp_server/server.py — the gated tool (abbreviated)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draft_customer_email(claim_id: str,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tone: str = "professional",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confirm: bool = False) -&gt; dict: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"""Draft a status-update email to the customer …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 tool only DRAFTS text from a fixed template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(deterministic — no LLM call inside the tool). It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NEVER sends email and has no access to any mail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system; sending is a separate, human-owned step.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confirm: Human approval flag. … The application,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 the model, supplies True after an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explicit human confirmation."""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= lookup_claim(claim_id)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  # build the draft from the fixed template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confirm: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{"draft": draft,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09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"requires_confirmation": True,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"note": "Draft NOT approved. A human must"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 review it and re-call with"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 confirm=true. …"}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{"draft": draft, "confirmed": True,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"requires_confirmation": False, …}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89520" y="1463040"/>
            <a:ext cx="3977640" cy="1508760"/>
          </a:xfrm>
          <a:prstGeom prst="roundRect">
            <a:avLst>
              <a:gd name="adj" fmla="val 545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90688" y="1627632"/>
            <a:ext cx="411480" cy="41148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673" y="1734617"/>
            <a:ext cx="197510" cy="1975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7790688" y="2029968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template, no LLM inside the tool. The model decides; the tool does. Predictable, testable, auditable — and the draft is the deliverable, so nothing rewrites it.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589520" y="3154680"/>
            <a:ext cx="3977640" cy="1508760"/>
          </a:xfrm>
          <a:prstGeom prst="roundRect">
            <a:avLst>
              <a:gd name="adj" fmla="val 545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90688" y="3319272"/>
            <a:ext cx="411480" cy="41148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7673" y="3426257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3355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Inert by construction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790688" y="3721608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mail system access exists in this process. Even a confirmed draft moves nothing — sending stays a separate, human-owned step outside the system.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7589520" y="4846320"/>
            <a:ext cx="3977640" cy="1508760"/>
          </a:xfrm>
          <a:prstGeom prst="roundRect">
            <a:avLst>
              <a:gd name="adj" fmla="val 5455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90688" y="5010912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673" y="5117897"/>
            <a:ext cx="197510" cy="1975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21040" y="5047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by a human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790688" y="5413248"/>
            <a:ext cx="3611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confirm=False returns requires_confirmation: true; the UI renders a Confirm button. Only the application — after a human click — ever supplies True.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CODE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agent/loop.py (1 of 2): spawn the server, convert the tools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9144000" y="475488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F1E3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35440" y="4754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PATH · OPTIONAL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40080" y="1463040"/>
            <a:ext cx="672084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1572768"/>
            <a:ext cx="631850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agent/loop.py — setup (abbreviated, but real)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MCP server is a subprocess of THIS process 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stdio transport.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SERVER_PARAMS = StdioServerParameters(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command=sys.executable,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args=[str(BASE_DIR / "mcp_server" / "server.py")],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MAX_ITERATIONS = 5  # runaway guard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mcp_tools_to_openai(mcp_tools) -&gt; list: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"""MCP already publishes name + description +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 Schema, so the conversion is a re-labelling,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a translation."""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[{"type": "function",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"function": {"name": t.name,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"description": t.description or "",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"parameters": t.inputSchema}}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t in mcp_tools]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_chat(): one /chat/completions call, tools attached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json={"model": LLM_MODEL, "messages": messages,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"tools": tools, "tool_choice": "auto", …}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589520" y="1463040"/>
            <a:ext cx="3977640" cy="2331720"/>
          </a:xfrm>
          <a:prstGeom prst="roundRect">
            <a:avLst>
              <a:gd name="adj" fmla="val 35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818120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bridge is one function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18120" y="1938528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MCP's tool descriptor and OpenAI's function schema carry the same three fields — name, description, parameters.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loop works with ANY MCP server and ANY function-calling model behind LiteLLM, unchanged.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89520" y="3977640"/>
            <a:ext cx="3977640" cy="2377440"/>
          </a:xfrm>
          <a:prstGeom prst="roundRect">
            <a:avLst>
              <a:gd name="adj" fmla="val 346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818120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setup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818120" y="4453128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never appears in docker-compose: the loop spawns it on demand and it dies with the request.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reached via LiteLLM :4000 — the Session 7 proxy, now carrying a tools array.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gpt-4o-mini, Claude or Gemini all work here — the file names none of them.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CODE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agent/loop.py (2 of 2): the loop itself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9144000" y="475488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F1E3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35440" y="4754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PATH · OPTIONAL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40080" y="1463040"/>
            <a:ext cx="690372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1572768"/>
            <a:ext cx="650138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agent/loop.py — run_agent(question, confirm) (abbrev.)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with stdio_client(SERVER_PARAMS) as (read, write):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with ClientSession(read, write) as session: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session.initialize()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 = mcp_tools_to_openai(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(await session.list_tools()).tools)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 "system", "content": SYSTEM_PROMPT},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{"role": "user", "content": question}]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range(MAX_ITERATIONS):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msg = await _chat(client, messages, tools)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tool_calls = msg.get("tool_calls") or []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tool_calls:  # plain text -&gt; final answer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{"answer": (msg.get("content") or "").strip(),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"tool_trace": trace}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messages.append({"role": "assistant", …,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"tool_calls": tool_calls})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tc in tool_calls: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 = tc["function"]["name"]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args = json.loads(tc["function"]["arguments"] or "{}")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name == "draft_customer_email":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09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args["confirm"] = bool(confirm)  # human, never model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call = await session.call_tool(name, args)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trace.append({"tool": name, "args": args, …})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messages.append({"role": "tool",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"tool_call_id": tc["id"], "content": text})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772400" y="1463040"/>
            <a:ext cx="3794760" cy="3017520"/>
          </a:xfrm>
          <a:prstGeom prst="roundRect">
            <a:avLst>
              <a:gd name="adj" fmla="val 272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01000" y="1600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loop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001000" y="1938528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role:"tool" messages, keyed by tool_call_id, are how results re-enter the conversation.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records every call — tool, args, result — so the UI shows the evidence behind each answer.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model JSON degrades to empty args, not a crash.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72400" y="4663440"/>
            <a:ext cx="3794760" cy="1691640"/>
          </a:xfrm>
          <a:prstGeom prst="roundRect">
            <a:avLst>
              <a:gd name="adj" fmla="val 4865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00100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load-bearing line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001000" y="51389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args["confirm"] = bool(confirm) — whatever the model put there is overwritten with the human's value from POST /agent. The model can request a draft; it can never approve one.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CAPABILITY-AWARE DESIGN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local_router.py: designing honestly around model limits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50876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function calling is a TRAINED capability, not a protocol feature — capable models were explicitly trained to emit well-formed tool_calls.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was not: handed a tools array it produces malformed JSON, hallucinated tool names, or prose that ignores the tools.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local path splits work by capability: tool CHOICE → deterministic rules; tool EXECUTION → the same MCP client session as loop.py; PHRASING → one final LLM call.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AGENT_MODE=llm with a capable model and agent/loop.py replaces this file — no other change. The product is honest about which mode it runs.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40080" y="5166360"/>
            <a:ext cx="5074920" cy="1143000"/>
          </a:xfrm>
          <a:prstGeom prst="roundRect">
            <a:avLst>
              <a:gd name="adj" fmla="val 72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" y="5230368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capability boundary, not an MCP limitation:  </a:t>
            </a:r>
            <a:pPr indent="0" marL="0">
              <a:buNone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server, the tool contracts and the tool trace are identical on both paths. Only the chooser changes.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0" y="1463040"/>
            <a:ext cx="562356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144768" y="1572768"/>
            <a:ext cx="522122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agent/local_router.py — tool CHOICE by rules (abbrev.)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CLAIM_ID_RE = re.compile(r"\bCLM[-\s]?(\d{4})\b", re.I)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EMAIL_KEYWORDS  = ("email", "mail", "draft", "letter", …)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POLICY_KEYWORDS = ("policy", "clause", "cover", "why",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"reject", "exclusion", "applies", …)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route(question: str) -&gt; list: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"""Map a question to an ordered tool plan.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* every claim id mentioned  -&gt; lookup_claim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* email words + a claim id  -&gt; draft_customer_email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* policy/clause vocabulary  -&gt; search_policy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* nothing matched           -&gt; search_policy"""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claim_ids = [f"CLM-{m.group(1)}"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for m in CLAIM_ID_RE.finditer(question)]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 = [("lookup_claim", {"claim_id": cid})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cid in dict.fromkeys(claim_ids)]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wants_email and claim_ids: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plan.append(("draft_customer_email",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{"claim_id": claim_ids[0], "tone": tone}))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wants_policy or not plan: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plan.append(("search_policy", {"query": question}))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plan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execution: the SAME MCP session as agent/loop.py;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phrasing: ONE final LLM call — what a 0.5B CAN do.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WRITE-ACTION SAFETY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guards every tool-using product needs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70992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2880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reads from writes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68680" y="2286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tool BEFORE wiring it to a model. Reads (lookup_claim, search_policy) run freely; anything that could leave the system — an email, a payment, a ticket — is gated. ClaimAssist: two reads, one gated write-adjacent tool.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17920" y="15087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46520" y="170992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82880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8660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confirmation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446520" y="22860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requires_confirmation in the result; a Confirm button in the UI; the confirm flag injected by the application from the human's click. The loop overwrites whatever the model requested — a model never approves its own write action.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40080" y="36118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68680" y="381304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93192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3858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 by construction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68680" y="43891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tool list IS the allowlist: the server exposes exactly three tools and the agent can call nothing else. No shell, no eval, no open-ended HTTP — capability that is not exposed cannot be misused.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17920" y="36118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46520" y="381304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3931920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3858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tool call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446520" y="43891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/agent run emits a one-line JSON record — mode, tools used, duration — the Session 4 audit-log discipline extended to agents. The tool_trace gives per-answer evidence; Session 10 upgrades logs to real tracing.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40080" y="571500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868680" y="57698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rule: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placed where the model cannot reach it — in the tool's code, the server's tool list and the application's confirmation flow. Prompts asking the model to behave are not a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389120" cy="438912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645920"/>
            <a:ext cx="3840480" cy="384048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585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 · 60 MINUTES · LOCAL, WITH AN OPTIONAL CLOUD PATH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2880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ClaimAssist v3 → v4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MCP server, a tool-use agent loop and a human confirmation gate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4434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print the tool contracts the model reads, trace the rule-routed agent on single- and multi-tool questions, approve a drafted customer email through the Confirm flow, and — with a cloud key — watch a capable model choose the tools itself against the identical MCP server.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setup + ingest · Step 1 inspect the tool schemas · Step 2 the agent loop, local path · Step 3 draft email with confirmation · Step 4 cloud path: the model chooses · Step 5 safety discussion · Step 6 cleanup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ARCHITECTURE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v4 stack: three containers — and deliberately no MCP container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64592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04672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 :8501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04672" y="206654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tab · Agent tab (NEW): numbered tool trace + Confirm button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246120" y="2331720"/>
            <a:ext cx="640080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931920" y="164592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096512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ClaimAssist API  :8000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096512" y="206654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· /ask/stream · /claims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 (NEW) — AGENT_MODE = router | llm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577840" y="3063240"/>
            <a:ext cx="0" cy="45720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576072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as child process (stdio)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931920" y="356616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096512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 (mcp_server/)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096512" y="400507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lookup_claim → data/claims.json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search_policy → rag/chroma (S8 index)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draft_customer_email (confirm gate)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096512" y="4956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over stdin/stdout — no port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269480" y="2331720"/>
            <a:ext cx="640080" cy="0"/>
          </a:xfrm>
          <a:prstGeom prst="line">
            <a:avLst/>
          </a:prstGeom>
          <a:noFill/>
          <a:ln w="31750">
            <a:solidFill>
              <a:srgbClr val="232946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955280" y="1645920"/>
            <a:ext cx="1828800" cy="1371600"/>
          </a:xfrm>
          <a:prstGeom prst="roundRect">
            <a:avLst>
              <a:gd name="adj" fmla="val 60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083296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 :4000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083296" y="20848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 (router) or tool_calls (llm)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829800" y="2103120"/>
            <a:ext cx="320040" cy="-137160"/>
          </a:xfrm>
          <a:prstGeom prst="line">
            <a:avLst/>
          </a:prstGeom>
          <a:noFill/>
          <a:ln w="31750">
            <a:solidFill>
              <a:srgbClr val="2C7A4B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9829800" y="2651760"/>
            <a:ext cx="347472" cy="502920"/>
          </a:xfrm>
          <a:prstGeom prst="line">
            <a:avLst/>
          </a:prstGeom>
          <a:noFill/>
          <a:ln w="31750">
            <a:solidFill>
              <a:srgbClr val="E8871E"/>
            </a:solidFill>
            <a:prstDash val="dash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10195560" y="1645920"/>
            <a:ext cx="1371600" cy="1005840"/>
          </a:xfrm>
          <a:prstGeom prst="roundRect">
            <a:avLst>
              <a:gd name="adj" fmla="val 8182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10296144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:8090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0296144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0.5B (CPU)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10195560" y="3063240"/>
            <a:ext cx="1371600" cy="1005840"/>
          </a:xfrm>
          <a:prstGeom prst="roundRect">
            <a:avLst>
              <a:gd name="adj" fmla="val 818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10296144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models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10296144" y="3429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PATH, optional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40080" y="557784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868680" y="5641848"/>
            <a:ext cx="10424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container: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stdio transport means the MCP server is a subprocess of the API — JSON-RPC over stdin/stdout, no port, no network exposure. That is a feature, not a shortcut.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0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ingest the policy index (10 min)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989320" cy="3977640"/>
          </a:xfrm>
          <a:prstGeom prst="roundRect">
            <a:avLst>
              <a:gd name="adj" fmla="val 1839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618488"/>
            <a:ext cx="5586984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session9_lab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environment file (cross-platform)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PowerShell: Copy-Item .env.example .env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host-side Python deps (a venv is recommended)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 &amp;&amp; source .venv/bin/activate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the clause-level Chroma index that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backs the search_policy tool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rag/ingest.py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"Ingested NN clauses ... (collection 'policies')"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the stack (model + litellm + api)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    # wait: model → healthy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858000" y="1508760"/>
            <a:ext cx="4709160" cy="4800600"/>
          </a:xfrm>
          <a:prstGeom prst="roundRect">
            <a:avLst>
              <a:gd name="adj" fmla="val 1748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086600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operations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086600" y="205740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rag/ingest.py runs BEFORE the stack: compose mounts ./rag (with the index) into the API container.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search_policy call downloads Chroma's default embedding model (~80 MB) once — allow it a minute in Step 2.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compose run downloads ~1 GB of model weights; watch docker compose ps until model reports healthy.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running, ~6 GB free RAM recommended. macOS: watch is optional — every step works without 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669280"/>
            <a:ext cx="5989320" cy="640080"/>
          </a:xfrm>
          <a:prstGeom prst="roundRect">
            <a:avLst>
              <a:gd name="adj" fmla="val 1285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68680" y="57150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 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 line reports its clause count and all three containers are up, model healthy.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 MCP server: SEE the contract (8 min)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989320" cy="1965960"/>
          </a:xfrm>
          <a:prstGeom prst="roundRect">
            <a:avLst>
              <a:gd name="adj" fmla="val 3721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618488"/>
            <a:ext cx="558698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scripts/list_tools.py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Expected: three tools, each with typed parameters —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lookup_claim          claim_id: str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search_policy         query: str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draft_customer_email  claim_id, tone,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   confirm: bool = False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989320" cy="1554480"/>
          </a:xfrm>
          <a:prstGeom prst="roundRect">
            <a:avLst>
              <a:gd name="adj" fmla="val 470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3767328"/>
            <a:ext cx="55869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optional, with a web UI (Node 18+):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@modelcontextprotocol/inspector \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 mcp_server/server.py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lookup_claim with CLM-1001 by hand — the same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JSON-RPC exchange the agent automates in Step 2.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858000" y="1508760"/>
            <a:ext cx="4709160" cy="3703320"/>
          </a:xfrm>
          <a:prstGeom prst="roundRect">
            <a:avLst>
              <a:gd name="adj" fmla="val 222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086600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and interpret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086600" y="20574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type hints (claim_id: str, confirm: bool = False) became JSON Schema.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became the description the MODEL will read when choosing tools.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contract — nothing else is shared between client and server.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1: save this listing.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5440680"/>
            <a:ext cx="10927080" cy="868680"/>
          </a:xfrm>
          <a:prstGeom prst="roundRect">
            <a:avLst>
              <a:gd name="adj" fmla="val 94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5495544"/>
            <a:ext cx="10469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comes first:  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does in Steps 2-4 is built from exactly what you just printed. When a tool choice later looks wrong, the first place to look is this description text.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 on the LOCAL path (12 min)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6309360" cy="3383280"/>
          </a:xfrm>
          <a:prstGeom prst="roundRect">
            <a:avLst>
              <a:gd name="adj" fmla="val 2162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618488"/>
            <a:ext cx="590702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single-tool question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http://localhost:8000/agent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"X-API-Key: local-dev-key"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'{"question": "What is the status of CLM-1005?"}'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python -m json.tool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trace: 1 step — lookup_claim({'claim_id':'CLM-1005'})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multi-tool question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http://localhost:8000/agent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"X-API-Key: local-dev-key"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'{"question": "Why was CLM-1003 rejected and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which clause applies?"}' | python -m json.tool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trace: lookup_claim(CLM-1003), then search_policy(…)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answer cites clause M-2.3 (licence validity)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40080" y="507492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5184648"/>
            <a:ext cx="59070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the same through the UI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ui/requirements.txt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ui/chat_app.py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→ http://localhost:8501 → Agent tab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178040" y="1508760"/>
            <a:ext cx="4389120" cy="4800600"/>
          </a:xfrm>
          <a:prstGeom prst="roundRect">
            <a:avLst>
              <a:gd name="adj" fmla="val 1875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40664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and interpret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406640" y="205740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AGENT_MODE=router (the default): tool choice by deterministic rules, ONE final LLM call for phrasing.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Qwen-0.5B cannot reliably emit tool_calls — read agent/local_router.py's docstring; a model capability boundary, not an MCP one.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CLM-1005 → one trace step; the claim was Received, document verification in progress.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CLM-1003 → TWO trace steps and a cited clause M-2.3. Save both JSON outputs — they are deliverables.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Agent tab the trace renders as numbered steps — every answer arrives with its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email with human confirmation (10 min)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618488"/>
            <a:ext cx="47183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Agent tab ask: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a status email for CLM-1002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260604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2715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Trace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41248" y="30266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lookup_claim(CLM-1002), then draft_customer_email(claim_id='CLM-1002', tone='professional', confirm=False).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0" y="3721608"/>
            <a:ext cx="0" cy="146304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" y="388620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41248" y="3995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Gate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41248" y="430682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carries requires_confirmation: true — the UI renders the draft with a Confirm draft button instead of treating it as done.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0" y="5001768"/>
            <a:ext cx="0" cy="146304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40080" y="516636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1248" y="5276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Confirm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41248" y="558698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click re-calls /agent with confirm: true — the trace now shows the approved draft (confirmed: true).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263640" y="1508760"/>
            <a:ext cx="5303520" cy="4800600"/>
          </a:xfrm>
          <a:prstGeom prst="roundRect">
            <a:avLst>
              <a:gd name="adj" fmla="val 1714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49224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design points — discuss with your pair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492240" y="2103120"/>
            <a:ext cx="4892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Templated and deterministic: no LLM inside the tool, so the draft is predictable and auditable — and it NEVER sends anything.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 flag is injected by the APPLICATION from the human's click; the agent code overrides whatever the model put there. A model must never be able to approve its own write action.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(lookup_claim, search_policy) need no confirmation; anything that could leave the system — an email, a payment, a ticket — does. Classify your tools read vs write BEFORE wiring them to a model.</a:t>
            </a:r>
            <a:endParaRPr lang="en-US" sz="11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3: screenshots of the draft with requires_confirmation, then the confirmed draft after the button.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4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PATH: the MODEL chooses the tools (optional, 10 min)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9144000" y="475488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BF1E3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235440" y="4754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PATH · OPTIONAL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40080" y="1508760"/>
            <a:ext cx="5989320" cy="2926080"/>
          </a:xfrm>
          <a:prstGeom prst="roundRect">
            <a:avLst>
              <a:gd name="adj" fmla="val 25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1618488"/>
            <a:ext cx="5586984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litellm/config.yaml: uncomment gpt-4o-mini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(any function-calling-capable provider works)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.env: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OPENAI_API_KEY=sk-…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AGENT_MODE=llm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C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LLM_MODEL=gpt-4o-mini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recreate the two services that read .env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--force-recreate litellm api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4) re-ask BOTH Step 2 questions and diff the traces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5989320" cy="1691640"/>
          </a:xfrm>
          <a:prstGeom prst="roundRect">
            <a:avLst>
              <a:gd name="adj" fmla="val 486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4754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now runs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5074920"/>
            <a:ext cx="553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agent/loop.py: the tools array goes to the model, the model returns tool_calls, the loop executes them over MCP and feeds back role:"tool" messages until the model answers in text — max 5 iterations.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0" y="1508760"/>
            <a:ext cx="4709160" cy="4800600"/>
          </a:xfrm>
          <a:prstGeom prst="roundRect">
            <a:avLst>
              <a:gd name="adj" fmla="val 1748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086600" y="1664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traces (deliverable)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086600" y="205740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rule-routed trace is FIXED by the regexes — same question, same plan, every time.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model-chosen trace may order tools differently, re-query search_policy with a better phrase, or skip a lookup it does not need.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MCP server, same contract — only the CHOOSER changed. That sentence is the session.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that did NOT change between router and llm mode feeds deliverable 4.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STEPS 5-6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discussion (5 min), then cleanup (2 min)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17320"/>
            <a:ext cx="2377440" cy="329184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" y="14173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017520" y="1417320"/>
            <a:ext cx="8503920" cy="329184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11" name="Text 7"/>
          <p:cNvSpPr/>
          <p:nvPr/>
        </p:nvSpPr>
        <p:spPr>
          <a:xfrm>
            <a:off x="3145536" y="1417320"/>
            <a:ext cx="8284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saw it today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1764792"/>
            <a:ext cx="2377440" cy="54864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" y="1764792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allowlist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17520" y="1764792"/>
            <a:ext cx="8503920" cy="54864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45536" y="1764792"/>
            <a:ext cx="8284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exposes exactly 3 tools; the agent can call nothing else — the MCP tool list IS the allowlist.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" y="23317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vs write split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017520" y="2331720"/>
            <a:ext cx="8503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145536" y="2331720"/>
            <a:ext cx="8284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run freely; draft_customer_email is the only write-ish tool and is gated.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0080" y="2898648"/>
            <a:ext cx="2377440" cy="54864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8096" y="289864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pattern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017520" y="2898648"/>
            <a:ext cx="8503920" cy="54864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145536" y="2898648"/>
            <a:ext cx="8284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requires_confirmation + the UI's Confirm button; confirm comes from the human, never the model.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0080" y="3465576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" y="346557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 guard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017520" y="3465576"/>
            <a:ext cx="8503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145536" y="3465576"/>
            <a:ext cx="8284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MAX_ITERATIONS = 5 in agent/loop.py — a hard ceiling on model↔tool round trips (and on spend).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40080" y="4032504"/>
            <a:ext cx="2377440" cy="54864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8096" y="403250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017520" y="4032504"/>
            <a:ext cx="8503920" cy="54864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145536" y="4032504"/>
            <a:ext cx="8284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/agent run prints a one-line JSON record (mode, tools, duration) — docker compose logs api. Session 10: real tracing.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40080" y="4709160"/>
            <a:ext cx="6126480" cy="1600200"/>
          </a:xfrm>
          <a:prstGeom prst="roundRect">
            <a:avLst>
              <a:gd name="adj" fmla="val 5143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68680" y="48280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discuss — two open threats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868680" y="5138928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 are UNTRUSTED input to the model: a malicious document retrieved by search_policy could contain "ignore your instructions" — injection via tool results.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tool results can blow the context window — summarise or truncate at the boundary.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995160" y="47091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7196328" y="4818888"/>
            <a:ext cx="416966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6 — cleanup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  # -v drops model weights too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deactivate            # leave the venv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99516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folder — Session 10 (LLMOps + Responsible AI) completes ClaimAssist on this same stack.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 local lab to production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17320"/>
            <a:ext cx="5394960" cy="384048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14173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lab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08192" y="1417320"/>
            <a:ext cx="5440680" cy="384048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1" name="Text 7"/>
          <p:cNvSpPr/>
          <p:nvPr/>
        </p:nvSpPr>
        <p:spPr>
          <a:xfrm>
            <a:off x="6245352" y="14173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counterpart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1819656"/>
            <a:ext cx="5394960" cy="676656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1819656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 over stdio (child process of the API)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08192" y="1819656"/>
            <a:ext cx="5440680" cy="676656"/>
          </a:xfrm>
          <a:prstGeom prst="rect">
            <a:avLst/>
          </a:prstGeom>
          <a:solidFill>
            <a:srgbClr val="FBF1E3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45352" y="1819656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MCP server over Streamable HTTP/SSE — its own service, TLS + OAuth, one server shared by many hosts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514600"/>
            <a:ext cx="53949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514600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agent/local_router.py (rule-based tool choice for the 0.5B model)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08192" y="2514600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45352" y="2514600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function-calling-capable model (GPT-4o, Claude, Gemini) running agent/loop.py unchanged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40080" y="3209544"/>
            <a:ext cx="5394960" cy="676656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209544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UI's Confirm button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08192" y="3209544"/>
            <a:ext cx="5440680" cy="676656"/>
          </a:xfrm>
          <a:prstGeom prst="rect">
            <a:avLst/>
          </a:prstGeom>
          <a:solidFill>
            <a:srgbClr val="FBF1E3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45352" y="3209544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workflows: queues, role-based approvers, audit-logged sign-off before any write action executes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0080" y="3904488"/>
            <a:ext cx="53949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3904488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audit line per agent run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08192" y="3904488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45352" y="3904488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tool calls in an observability platform (Langfuse — Session 10) with retention policy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40080" y="4599432"/>
            <a:ext cx="5394960" cy="676656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77240" y="4599432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tools on one server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108192" y="4599432"/>
            <a:ext cx="5440680" cy="676656"/>
          </a:xfrm>
          <a:prstGeom prst="rect">
            <a:avLst/>
          </a:prstGeom>
          <a:solidFill>
            <a:srgbClr val="FBF1E3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45352" y="459943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registries / allowlists per agent, per environment, reviewed like code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40080" y="5294376"/>
            <a:ext cx="539496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294376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2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MAX_ITERATIONS = 5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108192" y="5294376"/>
            <a:ext cx="54406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45352" y="5294376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+ token + cost budgets enforced per request and per tenant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contracts, the loop and the confirmation doctrine transfer unchanged; only the transport, the model and the approval surface grow up.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DELIVERABLES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to submit at the end of the session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0020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Tool-schema listing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6868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python scripts/list_tools.py (Step 1) — the three tool contracts exactly as the model receives them.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1"/>
          <p:cNvSpPr/>
          <p:nvPr/>
        </p:nvSpPr>
        <p:spPr>
          <a:xfrm>
            <a:off x="6446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17804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traces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446520" y="24688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single-tool (CLM-1005) and multi-tool (CLM-1003) JSON responses from Step 2 — plus, if you ran Step 4, the same questions in llm mode for comparison.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379476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0" name="Text 16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600200" y="4087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email flow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6868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Agent tab: the draft with requires_confirmation, then the confirmed draft after the Confirm button.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217920" y="379476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46520" y="402336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5" name="Text 21"/>
          <p:cNvSpPr/>
          <p:nvPr/>
        </p:nvSpPr>
        <p:spPr>
          <a:xfrm>
            <a:off x="6446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7178040" y="4087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paragraph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6446520" y="4709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versus bespoke tool integration: what does the standard buy? Reference the M×N argument, the schema you printed in Step 1, and one thing that did NOT change between router mode and llm mode.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closes the lab block; the review compares router-chosen and model-chosen traces across pairs.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 modes in tool-using agents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41248" y="1691640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00" y="1791492"/>
            <a:ext cx="184343" cy="184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16367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tool descriptions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371600" y="2011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prompt the model chooses tools by. A lazy docstring produces wrong tool choices that look like model failures. Write tool docs for the model — Step 1 printed exactly what it reads.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217920" y="1508760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19088" y="1691640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940" y="1791492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16367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iteration cap on the loop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949440" y="2011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protocol stops a model requesting tools forever — a retry spiral burns tokens, latency and money. MAX_ITERATIONS = 5 is the cheapest guard in the codebase; budgets per request in production.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40080" y="3044952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41248" y="3227832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0" y="3327684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3172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Unconfirmed write actions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371600" y="35478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tool whose effect leaves the system — email, payment, ticket — needs a human gate. The confirm flag must come from the application after a human click; a model must never approve its own action.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217920" y="3044952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19088" y="3227832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940" y="3327684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3172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tool results blindly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949440" y="35478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is UNTRUSTED input: a retrieved document can carry "ignore your instructions" — injection via tool results. Treat results as data, never as directives; sanitise at the boundary.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40080" y="4581144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41248" y="4764024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00" y="4863876"/>
            <a:ext cx="184343" cy="18434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Oversized tool results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1371600" y="50840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returning 200 KB of JSON evicts the conversation from the context window and degrades every later step. Truncate or summarise at the boundary — the loop's result_text/summarise pattern.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217920" y="4581144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419088" y="4764024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8940" y="4863876"/>
            <a:ext cx="184343" cy="18434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49440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Untraced agent loops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6949440" y="50840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per-call trace (tool, args, result) there is no debugging, no audit and no evidence behind answers. The tool_trace is the difference between an agent and a black box — Session 10 makes it observability.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66934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 · RECAP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36192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established today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85800" y="1691640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28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916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tools by contract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03320" y="169164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+ typed parameters become the JSON Schema every MCP client sees — the description is what the model reads.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5800" y="2496312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9631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bounded loop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703320" y="2496312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tool_calls → execute over MCP → role:"tool" → repeat, hard-stopped at 5 iterations with an honest failure.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85800" y="3300984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021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009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capability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703320" y="3300984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0.5B model cannot function-call reliably — the router splits choice, execution and phrasing, honestly, on the same server.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4105656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0682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10565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every write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703320" y="4105656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run freely; the draft tool returns requires_confirmation and only a human's click supplies confirm=true.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85800" y="4910328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1149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491032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an audit trail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3703320" y="491032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/agent run logs mode, tools and duration; every answer ships its tool_trace as evidence.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8092440" y="169164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2E3554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3210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321040" y="2194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LLMOps &amp; Responsible AI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8321040" y="30175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ClaimAssist v5 — the finale: versioned prompts with an A/B comparison, Langfuse tracing of every call and tool use, and guardrails at the boundary — prompt-injection defence, PII redaction, honest refusals. The session completes the capstone-ready reference app.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832104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session9_lab — Session 10 completes ClaimAssist on this same stack, and the capstone follows.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2.B · Session 9 — MCP Tool-Use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2026-07-26T04:58:34Z</dcterms:created>
  <dcterms:modified xsi:type="dcterms:W3CDTF">2026-07-26T04:58:34Z</dcterms:modified>
</cp:coreProperties>
</file>